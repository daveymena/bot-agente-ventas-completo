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La frase clave: no es una app que vende, es el equipo completo trabajando junto. Las capturas de las siguientes láminas son de la plataforma en producción, tomadas el 11 de septiembre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piezas, seis logins, seis proveedores. El costo no es solo la plata: es la información que se pierde entre una pieza y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es la que le da credibilidad al resto: lo medimos en un negocio real antes de construir la respuesta. Cada uno de estos fallos se convirtió en una prueba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piezas del problema, ahora conectadas. El punto no es que cada una exista: es que comparten catálogo, cliente, anuncio y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reales de la plataforma en producción, 11 de septiembre de 2026. Datos de terceros ocultos.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de la derecha es la respuesta real de Atlas del 11-09 al pedido de revisar el negocio. Notar que no propone gastar más: propone arreglar el cierre y dice qué datos consultó.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conversación es real (probada hoy contra el bot en producción con datos ficticios). Lo importante: el precio, el plazo y la forma de pago los pone el servidor desde la ficha del negocio; el modelo solo redacta. Y el pedido no se crea hasta el sí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de la derecha es texto real generado por el equipo de marketing el 11-09. La regla que lo gobierna es una sola: lo que gasta espera confirmación.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ciclo de pauta ocurre en la cuenta de Meta del negocio, no en la nuestra. Los anuncios nacen apagados.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capturas reales: la tienda pública, la ficha con botón de pago y WhatsApp, y la pantalla de WooCommerce sincronizada. Debajo, lo que pasa entre una y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modelos de negocio sobre el mismo motor. Lo que cambia entre uno y otro es exactamente qué hace el bot cuando el cliente dice que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números son medidos: la suite de tests corrida hoy, los endpoints contados en el código, la factura de DeepSeek y el tiempo de respuesta del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llamado a la acción: un piloto de 7 días con el catálogo real del negocio. Lo que se mide al final del piloto: respuestas atendidas, pedidos registrados, tiempo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108960"/>
            <a:ext cx="4754880" cy="4754880"/>
          </a:xfrm>
          <a:prstGeom prst="ellipse">
            <a:avLst/>
          </a:prstGeom>
          <a:solidFill>
            <a:srgbClr val="C026D3">
              <a:alpha val="14000"/>
            </a:srgbClr>
          </a:solidFill>
          <a:ln w="12700">
            <a:solidFill>
              <a:srgbClr val="C026D3"/>
            </a:solidFill>
            <a:prstDash val="solid"/>
          </a:ln>
        </p:spPr>
      </p:sp>
      <p:pic>
        <p:nvPicPr>
          <p:cNvPr id="4" name="Image 0" descr="C:/Users/ADMIN/AppData/Local/Temp/claude/C--Users-ADMIN/0ef3daf0-30e3-45da-8714-f4936d13e392/scratchpad/deck/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097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ventas y marketing con IA · Colombia · 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hoy hacen seis herramientas y tres personas, en un solo sistema que trabaja de noche.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343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Pauta, contenido, atención, tienda, cobros, logística y dirección de marketing — conectados, operados por agentes de IA, y con una persona decidiendo solo lo que gasta plata.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clic · presentación para empresas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vender por internet hoy, un negocio arma seis piezas sueltas. Y el cliente se pierde entre una y otra.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agencia, o el dueño tocando botones en Meta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2148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237744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community manager, o nada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214884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237744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38744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41664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celular del dueño, cuando puede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y cobros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web, una pasarela, un link de Nequi por chat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79392" y="356616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79476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07992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10912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proveedor y un Excel de pedidos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10144" y="3566160"/>
            <a:ext cx="361188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79476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38744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41664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mira los números todos los días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pieza sabe lo que hizo la otra. El anuncio trae al cliente y la atención no sabe de qué anuncio vino; la venta se cierra y el pedido no llega al proveedor.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· UNA SEMANA REAL, UN NEGOCIO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anuncios funcionaron. Después del clic, se perdió todo.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escribieron desde un anuncio pago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926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 7 días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926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cobradas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23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min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37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tardó una respuesta, y el panel decía que todo iba bien: la métrica nunca había medido nada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4023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campos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4937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dirección: el cliente decía “lo quiero” y no había dónde guardar a dónde enviarlo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0233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8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937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decir “ya pagué” con un comprobante falso entregaban el producto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automático del 11 de septiembre de 2026 y conversaciones reales leídas en producción. Sin encuestas, sin estimaciones.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ecosistema. Cada pieza sabe lo que hizo la anterior.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el operador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herramientas sobre la app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productos, agentes, campañas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Investiga, diagnostica, propone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solo con tu “sí”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20574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Ads: crea y activa campañas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feed, reels, historias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orgánico programado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Studio: páginas por producto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38744" y="2057400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50224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38744" y="25146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 vendedor IA 24/7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y comentarios de Facebook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por especialidad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Voz, imágenes, comprobantes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51960"/>
            <a:ext cx="274320" cy="274320"/>
          </a:xfrm>
          <a:prstGeom prst="ellipse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y cobro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por negocio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MercadoPago, PayPal, Nequi/Daviplata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pago por chat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 leídos y cotejados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42519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07992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sincronizado con WooCommerce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→ WooCommerce → Dropi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envío verificados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por WhatsApp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10144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744" y="4251960"/>
            <a:ext cx="274320" cy="2743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50224" y="4160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marketing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38744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especialistas de IA con calendario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diario · plan semanal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solo cuando hay algo que ajustar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ECOSISTEMA, EN PANTALLA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panel. Todo lo que antes eran seis logins.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63624" y="1453896"/>
            <a:ext cx="4407408" cy="2136693"/>
          </a:xfrm>
          <a:prstGeom prst="roundRect">
            <a:avLst>
              <a:gd name="adj" fmla="val 428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/Users/ADMIN/AppData/Local/Temp/claude/C--Users-ADMIN/0ef3daf0-30e3-45da-8714-f4936d13e392/scratchpad/deck/shots/dashboard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508760"/>
            <a:ext cx="4297680" cy="20269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18488" y="3627165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resumen de la operación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27064" y="1453896"/>
            <a:ext cx="4407408" cy="2136693"/>
          </a:xfrm>
          <a:prstGeom prst="roundRect">
            <a:avLst>
              <a:gd name="adj" fmla="val 428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C:/Users/ADMIN/AppData/Local/Temp/claude/C--Users-ADMIN/0ef3daf0-30e3-45da-8714-f4936d13e392/scratchpad/deck/shots/agentes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508760"/>
            <a:ext cx="4297680" cy="20269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81928" y="3627165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IA · uno por especialidad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563624" y="3919773"/>
            <a:ext cx="4407408" cy="2136693"/>
          </a:xfrm>
          <a:prstGeom prst="roundRect">
            <a:avLst>
              <a:gd name="adj" fmla="val 428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C:/Users/ADMIN/AppData/Local/Temp/claude/C--Users-ADMIN/0ef3daf0-30e3-45da-8714-f4936d13e392/scratchpad/deck/shots/productos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3974637"/>
            <a:ext cx="4297680" cy="20269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18488" y="6093043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· físicos y digitales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27064" y="3919773"/>
            <a:ext cx="4407408" cy="2136693"/>
          </a:xfrm>
          <a:prstGeom prst="roundRect">
            <a:avLst>
              <a:gd name="adj" fmla="val 428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C:/Users/ADMIN/AppData/Local/Temp/claude/C--Users-ADMIN/0ef3daf0-30e3-45da-8714-f4936d13e392/scratchpad/deck/shots/diagnostico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974637"/>
            <a:ext cx="4297680" cy="20269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81928" y="6093043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qué funciona y qué no, con motivo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EL OPERADOR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administra hablando. Atlas hace en la app lo que le pedís, y no toca un peso sin tu confirmación.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edita productos, categorías, la tienda y el perfil del negocio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agentes vendedores especializados y les enseña sin programar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 el mercado y la Biblioteca de Anuncios de Meta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campañas, las sube a Meta en pausa y las activa cuando decís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 el sistema y el embudo, y te dice qué hacer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por texto o por voz; lee documentos que le subas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1206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herramientas registradas.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acción que cambia algo pasa por “propuesta → tu sí → verificación”.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05856" y="2002536"/>
            <a:ext cx="5961888" cy="2869851"/>
          </a:xfrm>
          <a:prstGeom prst="roundRect">
            <a:avLst>
              <a:gd name="adj" fmla="val 31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C:/Users/ADMIN/AppData/Local/Temp/claude/C--Users-ADMIN/0ef3daf0-30e3-45da-8714-f4936d13e392/scratchpad/deck/shots/atlas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57400"/>
            <a:ext cx="5852160" cy="27601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5046123"/>
            <a:ext cx="5852160" cy="1143000"/>
          </a:xfrm>
          <a:prstGeom prst="roundRect">
            <a:avLst>
              <a:gd name="adj" fmla="val 9600"/>
            </a:avLst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5046123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real de hoy: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“Revisá cómo va el negocio esta semana y decime qué harías primero”. </a:t>
            </a:r>
            <a:pPr indent="0" marL="0">
              <a:buNone/>
            </a:pPr>
            <a:r>
              <a:rPr lang="en-US" sz="11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“El problema NO está en los anuncios… el arreglo más rentable está en el cierre, no en más tráfico.” Y termina diciendo qué miró.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· EL VENDEDOR QUE NO DUERME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en 4 segundos, con los datos del negocio, y toma el pedido completo.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el mensaje con contexto, no con palabras clave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para digitales, otro para físicos: el sistema enruta solo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los datos, verifica ciudad y departamento, muestra el resumen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pedido solo con un “sí” explícito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al cliente y hace seguimiento a los que se enfriaron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comprobantes, audios e imágenes; no afirma lo que no vio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de prueba real de hoy; datos ficticios del cliente. Con el “sí”: pedido en WooCommerce → Dropi → transportadora.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691640"/>
            <a:ext cx="5486400" cy="4617720"/>
          </a:xfrm>
          <a:prstGeom prst="roundRect">
            <a:avLst>
              <a:gd name="adj" fmla="val 3960"/>
            </a:avLst>
          </a:prstGeom>
          <a:solidFill>
            <a:srgbClr val="ECE5DD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691640"/>
            <a:ext cx="54864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783080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· TecnoVariedades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89720" y="23317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0" y="2386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 tienes Mini Licuadora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2770632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C:/Users/ADMIN/AppData/Local/Temp/claude/C--Users-ADMIN/0ef3daf0-30e3-45da-8714-f4936d13e392/scratchpad/deck/licuado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808" y="2880360"/>
            <a:ext cx="868680" cy="8686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452360" y="2825496"/>
            <a:ext cx="3337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que sí, tenemos la Mini Licuadora Portátil 🥤 Recargable por USB, para batidos y jugos donde estés.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$48.000 con envío incluido a todo Colombia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Llega en 3 a 5 días hábiles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Pagás contraentrega, cuando la recibís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32520" y="3959352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69680" y="40142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quiero, como hago para pedirla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55080" y="4398264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4453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despacharla mandame estos datos: nombre y apellido, cédula, dirección completa, barrio, ciudad, departamento y un punto de referencia.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178040" y="5056632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0" y="51114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Pérez Gómez, cc 1020304050, Calle 45 No 12-30 apto 302, barrio La Floresta, Medellín, Antioquia, frente a la panadería El Trigal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55080" y="5605272"/>
            <a:ext cx="45720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566013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✅ Hay despacho a Medellín, Antioquia.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Mini Licuadora × 1 · 💰 $48.000 (envío incluido) · 💵 Contraentrega · 🚚 3 a 5 días hábiles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 confirmás con un sí para registrar el pedido?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MARKETING · 14 ESPECIALISTAS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agencia que mira los números todos los días y dice qué hacer. Sin honorarios y sin esperar el lunes.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93776" y="2002536"/>
            <a:ext cx="5961888" cy="2869851"/>
          </a:xfrm>
          <a:prstGeom prst="roundRect">
            <a:avLst>
              <a:gd name="adj" fmla="val 31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/Users/ADMIN/AppData/Local/Temp/claude/C--Users-ADMIN/0ef3daf0-30e3-45da-8714-f4936d13e392/scratchpad/deck/shots/marketing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5852160" cy="27601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08963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 · el equipo, la pauta en vivo y el vigilante del gasto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74723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 de mercado · Estratega de oferta · Estratega de marketing · Audiencias · Copywriter · Director creativo · Gerente de presupuesto · Analista de performance · Optimización · Escalado · Experimentos · Diagnóstico · Memoria de aprendizajes · Meta Ads manager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205740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2194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hoy · texto real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56032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El problema no está en los anuncios: está después del clic.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Conversación → venta: 0 %. 7 leads, 9 conversaciones, 330 mensajes, ningún pago.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Piano y obediencia canina: 3 leads cada uno, 0 ventas.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95160" y="4114800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4114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tiempo de respuesta del bot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4114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solo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95160" y="4599432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4599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oferta, precio y garantía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966960" y="4599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hace solo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95160" y="5084064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50840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leads tibios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508406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tu sí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95160" y="5568696"/>
            <a:ext cx="4389120" cy="411480"/>
          </a:xfrm>
          <a:prstGeom prst="roundRect">
            <a:avLst>
              <a:gd name="adj" fmla="val 17778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0" y="55686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presupuesto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9966960" y="5568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quema plata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ahorra plata se hace solo y se avisa. Lo que gasta plata espera tu “sí”.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· FACEBOOK, INSTAGRAM, LANDINGS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mercado al anuncio publicado, sin salir del chat.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671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Anuncios de Meta y web: qué está corriendo la competencia, con qué ángulo.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163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con reglas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00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→ deseo → solución → producto → acción. Prohibido inventar cupos, descuentos o testimonios: el validador lo rechaza.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496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en pausa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23367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Campaña, conjunto y anuncio creados en tu cuenta de Meta, apagados. Se encienden con tu “sí”.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828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por producto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26694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Studio genera la página de venta con la foto real del producto, 28 diseños, lista para pautar.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77456" y="1426464"/>
            <a:ext cx="4590288" cy="2222947"/>
          </a:xfrm>
          <a:prstGeom prst="roundRect">
            <a:avLst>
              <a:gd name="adj" fmla="val 411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0" descr="C:/Users/ADMIN/AppData/Local/Temp/claude/C--Users-ADMIN/0ef3daf0-30e3-45da-8714-f4936d13e392/scratchpad/deck/shots/faceboo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81328"/>
            <a:ext cx="4480560" cy="2113219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132320" y="368598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borradores de anuncios creados en Meta, en pausa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077456" y="3905443"/>
            <a:ext cx="4590288" cy="2222947"/>
          </a:xfrm>
          <a:prstGeom prst="roundRect">
            <a:avLst>
              <a:gd name="adj" fmla="val 411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4" name="Image 1" descr="C:/Users/ADMIN/AppData/Local/Temp/claude/C--Users-ADMIN/0ef3daf0-30e3-45da-8714-f4936d13e392/scratchpad/deck/shots/landing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960307"/>
            <a:ext cx="4480560" cy="2113219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616496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Studio · página de venta por producto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989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permisos de publicación verificados. Facebook: 5 campañas creadas desde la plataforma en los últimos 30 días.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VENTA, COBRO Y OPERACIÓN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“lo quiero” a la transportadora, sin que nadie copie datos a mano.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728216"/>
            <a:ext cx="3721608" cy="2365805"/>
          </a:xfrm>
          <a:prstGeom prst="roundRect">
            <a:avLst>
              <a:gd name="adj" fmla="val 38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/Users/ADMIN/AppData/Local/Temp/claude/C--Users-ADMIN/0ef3daf0-30e3-45da-8714-f4936d13e392/scratchpad/deck/shots/tie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611880" cy="22560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3059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del negocio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24528" y="1728216"/>
            <a:ext cx="3721608" cy="2365805"/>
          </a:xfrm>
          <a:prstGeom prst="roundRect">
            <a:avLst>
              <a:gd name="adj" fmla="val 386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C:/Users/ADMIN/AppData/Local/Temp/claude/C--Users-ADMIN/0ef3daf0-30e3-45da-8714-f4936d13e392/scratchpad/deck/shots/fic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783080"/>
            <a:ext cx="3611880" cy="22560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279392" y="413059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producto con pago y WhatsApp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955280" y="2004498"/>
            <a:ext cx="3721608" cy="1813242"/>
          </a:xfrm>
          <a:prstGeom prst="roundRect">
            <a:avLst>
              <a:gd name="adj" fmla="val 504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C:/Users/ADMIN/AppData/Local/Temp/claude/C--Users-ADMIN/0ef3daf0-30e3-45da-8714-f4936d13e392/scratchpad/deck/shots/woocommerc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2059362"/>
            <a:ext cx="3611880" cy="170351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10144" y="4130597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· catálogo y pedidos sincronizados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4587797"/>
            <a:ext cx="3611880" cy="1675843"/>
          </a:xfrm>
          <a:prstGeom prst="roundRect">
            <a:avLst>
              <a:gd name="adj" fmla="val 65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770677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y pagos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227877"/>
            <a:ext cx="3154680" cy="89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pública por negocio con fichas y fotos. MercadoPago, PayPal y transferencias (Nequi, Daviplata) con links de pago que el vendedor manda por chat.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279392" y="4587797"/>
            <a:ext cx="3611880" cy="1675843"/>
          </a:xfrm>
          <a:prstGeom prst="roundRect">
            <a:avLst>
              <a:gd name="adj" fmla="val 65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07992" y="4770677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07992" y="5227877"/>
            <a:ext cx="3154680" cy="89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se lee (monto, fecha, banco, referencia) y el servidor la coteja con las cuentas reales y el precio. Al dueño le llega ✅ APROBAR · ❌ RECHAZAR por WhatsApp.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10144" y="4587797"/>
            <a:ext cx="3611880" cy="1675843"/>
          </a:xfrm>
          <a:prstGeom prst="roundRect">
            <a:avLst>
              <a:gd name="adj" fmla="val 65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38744" y="4770677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→ Dropi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38744" y="5227877"/>
            <a:ext cx="3154680" cy="89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se importa de WooCommerce; el pedido confirmado se crea allí con dirección y contraentrega, y Dropi lo despacha. El cliente recibe la guía por el mismo chat.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CUALQUIER NEGOCIO, SERVICIO O PRODUCTO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“¿qué vendés?”. Es “¿qué pasa después del sí?”.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6035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cobra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 el sistema cuando el cliente acepta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físico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Contraentrega o anticipo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 datos de envío, verifica, confirma, crea el pedido y lo despacha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digital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 el pago y entrega el acceso al instante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 · cita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 o al atender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 nombre y franja; el negocio confirma la hora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período y renovación; nunca “pago único”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Cotización · a medida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precio cerrado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 requisitos; nunca dice un precio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Califica y pasa el resumen a un asesor humano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Plazos, costo de envío, país y forma de agendar son de cada negocio, no del sistema. Cada negocio tiene su número, su catálogo, sus claves y sus condiciones.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PUEDE CONFIAR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está configurado, no se afirma. Lo que gasta, espera un sí.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pone los hechos —precio, stock, plazos, cuentas— y la IA solo redacta. Una aduana revisa cada mensaje antes de enviarlo: si promete algo que no viaja, no sale. Cada fallo encontrado en una conversación real se convirtió en una prueba automática que corre en cada cambio.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97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 en la suite (2.348 corridas hoy en verde)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4297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API · 100 herramientas · 14 especialistas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1089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$0,0033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4297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IA por mensaje (USD, factura real)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0" y="31089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7260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4297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medida · 24/7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negocio con su número de WhatsApp, su cuenta de Meta, sus claves y sus condiciones, aislados de los demás.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4300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app que vende. Es el equipo completo — pauta, atención, cobro, logística y dirección — trabajando junto, de día y de noche.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WhatsApp y la cuenta de Meta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33832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6118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y las condiciones del negocio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0" y="338328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1E1B4B"/>
          </a:solidFill>
          <a:ln w="9525">
            <a:solidFill>
              <a:srgbClr val="312E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36118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vende; una persona decide solo lo que gasta plata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2578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7 días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ventasproia.com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VentasPro · ventasproia.com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VentasPro — Después del clic</dc:title>
  <dc:subject>PptxGenJS Presentation</dc:subject>
  <dc:creator>VentasPro</dc:creator>
  <cp:lastModifiedBy>VentasPro</cp:lastModifiedBy>
  <cp:revision>1</cp:revision>
  <dcterms:created xsi:type="dcterms:W3CDTF">2026-09-12T01:49:46Z</dcterms:created>
  <dcterms:modified xsi:type="dcterms:W3CDTF">2026-09-12T01:49:46Z</dcterms:modified>
</cp:coreProperties>
</file>